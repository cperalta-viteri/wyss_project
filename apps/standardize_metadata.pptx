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5"/>
    <p:restoredTop sz="94655"/>
  </p:normalViewPr>
  <p:slideViewPr>
    <p:cSldViewPr snapToGrid="0">
      <p:cViewPr>
        <p:scale>
          <a:sx n="126" d="100"/>
          <a:sy n="126" d="100"/>
        </p:scale>
        <p:origin x="5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Prados" userId="8f05f9fb-d048-4216-b8f4-1230826a639f" providerId="ADAL" clId="{4567B9FF-3B37-EC4F-8FCC-6BAEA75D3AAA}"/>
    <pc:docChg chg="undo custSel addSld modSld">
      <pc:chgData name="Julien Prados" userId="8f05f9fb-d048-4216-b8f4-1230826a639f" providerId="ADAL" clId="{4567B9FF-3B37-EC4F-8FCC-6BAEA75D3AAA}" dt="2023-05-10T15:49:52.671" v="1840" actId="20577"/>
      <pc:docMkLst>
        <pc:docMk/>
      </pc:docMkLst>
      <pc:sldChg chg="modSp new mod">
        <pc:chgData name="Julien Prados" userId="8f05f9fb-d048-4216-b8f4-1230826a639f" providerId="ADAL" clId="{4567B9FF-3B37-EC4F-8FCC-6BAEA75D3AAA}" dt="2023-05-10T07:13:25.329" v="558" actId="21"/>
        <pc:sldMkLst>
          <pc:docMk/>
          <pc:sldMk cId="472204405" sldId="260"/>
        </pc:sldMkLst>
        <pc:spChg chg="mod">
          <ac:chgData name="Julien Prados" userId="8f05f9fb-d048-4216-b8f4-1230826a639f" providerId="ADAL" clId="{4567B9FF-3B37-EC4F-8FCC-6BAEA75D3AAA}" dt="2023-05-10T07:13:25.329" v="558" actId="21"/>
          <ac:spMkLst>
            <pc:docMk/>
            <pc:sldMk cId="472204405" sldId="260"/>
            <ac:spMk id="3" creationId="{9013CC43-D7D5-376A-3628-813B7A3CE738}"/>
          </ac:spMkLst>
        </pc:spChg>
      </pc:sldChg>
      <pc:sldChg chg="modSp new mod">
        <pc:chgData name="Julien Prados" userId="8f05f9fb-d048-4216-b8f4-1230826a639f" providerId="ADAL" clId="{4567B9FF-3B37-EC4F-8FCC-6BAEA75D3AAA}" dt="2023-05-10T15:49:52.671" v="1840" actId="20577"/>
        <pc:sldMkLst>
          <pc:docMk/>
          <pc:sldMk cId="3930894637" sldId="261"/>
        </pc:sldMkLst>
        <pc:spChg chg="mod">
          <ac:chgData name="Julien Prados" userId="8f05f9fb-d048-4216-b8f4-1230826a639f" providerId="ADAL" clId="{4567B9FF-3B37-EC4F-8FCC-6BAEA75D3AAA}" dt="2023-05-10T07:13:44.357" v="608" actId="20577"/>
          <ac:spMkLst>
            <pc:docMk/>
            <pc:sldMk cId="3930894637" sldId="261"/>
            <ac:spMk id="2" creationId="{E1BC2C19-38A3-F223-13F9-2E09A5634995}"/>
          </ac:spMkLst>
        </pc:spChg>
        <pc:spChg chg="mod">
          <ac:chgData name="Julien Prados" userId="8f05f9fb-d048-4216-b8f4-1230826a639f" providerId="ADAL" clId="{4567B9FF-3B37-EC4F-8FCC-6BAEA75D3AAA}" dt="2023-05-10T15:49:52.671" v="1840" actId="20577"/>
          <ac:spMkLst>
            <pc:docMk/>
            <pc:sldMk cId="3930894637" sldId="261"/>
            <ac:spMk id="3" creationId="{8603BD02-79A0-73BF-BAAC-35601945072D}"/>
          </ac:spMkLst>
        </pc:spChg>
      </pc:sldChg>
      <pc:sldChg chg="modSp new mod">
        <pc:chgData name="Julien Prados" userId="8f05f9fb-d048-4216-b8f4-1230826a639f" providerId="ADAL" clId="{4567B9FF-3B37-EC4F-8FCC-6BAEA75D3AAA}" dt="2023-05-10T08:51:45.876" v="1279" actId="20577"/>
        <pc:sldMkLst>
          <pc:docMk/>
          <pc:sldMk cId="111040059" sldId="262"/>
        </pc:sldMkLst>
        <pc:spChg chg="mod">
          <ac:chgData name="Julien Prados" userId="8f05f9fb-d048-4216-b8f4-1230826a639f" providerId="ADAL" clId="{4567B9FF-3B37-EC4F-8FCC-6BAEA75D3AAA}" dt="2023-05-10T08:51:45.876" v="1279" actId="20577"/>
          <ac:spMkLst>
            <pc:docMk/>
            <pc:sldMk cId="111040059" sldId="262"/>
            <ac:spMk id="2" creationId="{22E873CA-76AC-303A-F531-6A1023504B0D}"/>
          </ac:spMkLst>
        </pc:spChg>
        <pc:spChg chg="mod">
          <ac:chgData name="Julien Prados" userId="8f05f9fb-d048-4216-b8f4-1230826a639f" providerId="ADAL" clId="{4567B9FF-3B37-EC4F-8FCC-6BAEA75D3AAA}" dt="2023-05-10T08:17:11.168" v="1259" actId="20577"/>
          <ac:spMkLst>
            <pc:docMk/>
            <pc:sldMk cId="111040059" sldId="262"/>
            <ac:spMk id="3" creationId="{01832538-5B15-ECCA-4FB2-886FA2317E7C}"/>
          </ac:spMkLst>
        </pc:spChg>
      </pc:sldChg>
      <pc:sldChg chg="addSp modSp new mod modClrScheme chgLayout">
        <pc:chgData name="Julien Prados" userId="8f05f9fb-d048-4216-b8f4-1230826a639f" providerId="ADAL" clId="{4567B9FF-3B37-EC4F-8FCC-6BAEA75D3AAA}" dt="2023-05-10T14:10:05.387" v="1807" actId="20577"/>
        <pc:sldMkLst>
          <pc:docMk/>
          <pc:sldMk cId="3284623380" sldId="263"/>
        </pc:sldMkLst>
        <pc:spChg chg="mod ord">
          <ac:chgData name="Julien Prados" userId="8f05f9fb-d048-4216-b8f4-1230826a639f" providerId="ADAL" clId="{4567B9FF-3B37-EC4F-8FCC-6BAEA75D3AAA}" dt="2023-05-10T11:49:24.910" v="1678" actId="700"/>
          <ac:spMkLst>
            <pc:docMk/>
            <pc:sldMk cId="3284623380" sldId="263"/>
            <ac:spMk id="2" creationId="{6FD3ACA3-3AD0-27EC-3A32-BA6A52DF9B99}"/>
          </ac:spMkLst>
        </pc:spChg>
        <pc:spChg chg="mod ord">
          <ac:chgData name="Julien Prados" userId="8f05f9fb-d048-4216-b8f4-1230826a639f" providerId="ADAL" clId="{4567B9FF-3B37-EC4F-8FCC-6BAEA75D3AAA}" dt="2023-05-10T14:10:05.387" v="1807" actId="20577"/>
          <ac:spMkLst>
            <pc:docMk/>
            <pc:sldMk cId="3284623380" sldId="263"/>
            <ac:spMk id="3" creationId="{910993A9-04F7-F750-3A53-DEBDED585B11}"/>
          </ac:spMkLst>
        </pc:spChg>
        <pc:spChg chg="add mod ord">
          <ac:chgData name="Julien Prados" userId="8f05f9fb-d048-4216-b8f4-1230826a639f" providerId="ADAL" clId="{4567B9FF-3B37-EC4F-8FCC-6BAEA75D3AAA}" dt="2023-05-10T11:49:24.910" v="1678" actId="700"/>
          <ac:spMkLst>
            <pc:docMk/>
            <pc:sldMk cId="3284623380" sldId="263"/>
            <ac:spMk id="4" creationId="{4588B0EF-3B39-5D19-5A3C-F7A92092D7DA}"/>
          </ac:spMkLst>
        </pc:spChg>
        <pc:spChg chg="add mod ord">
          <ac:chgData name="Julien Prados" userId="8f05f9fb-d048-4216-b8f4-1230826a639f" providerId="ADAL" clId="{4567B9FF-3B37-EC4F-8FCC-6BAEA75D3AAA}" dt="2023-05-10T11:49:27.872" v="1683" actId="20577"/>
          <ac:spMkLst>
            <pc:docMk/>
            <pc:sldMk cId="3284623380" sldId="263"/>
            <ac:spMk id="5" creationId="{8660E308-BBCC-9393-3C9B-79750C461503}"/>
          </ac:spMkLst>
        </pc:spChg>
        <pc:spChg chg="add mod ord">
          <ac:chgData name="Julien Prados" userId="8f05f9fb-d048-4216-b8f4-1230826a639f" providerId="ADAL" clId="{4567B9FF-3B37-EC4F-8FCC-6BAEA75D3AAA}" dt="2023-05-10T14:09:47.747" v="1765" actId="27636"/>
          <ac:spMkLst>
            <pc:docMk/>
            <pc:sldMk cId="3284623380" sldId="263"/>
            <ac:spMk id="6" creationId="{06A45C10-B773-EBC9-0ABD-AA6BD5B8B3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D25DD-8128-FD96-5289-325BB5907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578A6F-230D-6733-D84E-2EAA3724F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72D3D1-DC64-9E91-512E-60FF8036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98F702-500A-528A-DD79-4E4BFBD8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61461B-C612-5A92-6762-DB914494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48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849BB-450F-436C-9417-D69A5CB5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2268C2-B984-2AFD-8ADF-27C70AEE3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FB2755-27C7-7389-CBEE-1DBB7C87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389297-1C1F-C422-6F6C-DA146112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F6940F-F462-7D8F-05E4-E9C9C5D3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285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821526-19AC-D751-1370-E02E49E5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13D526-5DF2-F3DB-0FDA-7FA5E7206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83C9CA-2A03-4575-9849-61C8A5DD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4A47FF-A4C6-C35B-5927-508859DB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337CA7-77B1-B2C2-D5D4-FF2E5FB5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54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DBBE5-B7E1-0016-416C-83BF157F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B0043F-977B-4AB8-D1B3-3975D13B2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988C87-F056-A033-5EC7-E2F0214CE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EB370F-7649-D366-4F81-ECFE42815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A78064-3E87-5B64-8F9B-5A8EF5AC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4ED8AC-7BDD-C605-50DC-A2EB77C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21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D7315F-3D6E-ABF6-0F93-A6B3CC2F5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4FA54F-FBF4-88A4-23C0-E98B15DA0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90AA44-B65F-0A07-A202-88C157053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A8DD08F-E97E-14AF-6573-F6B6C1057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D941F2-CC0A-C686-F198-5AE377250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238C0A-8F32-4BDA-4F0A-ECF09308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DFA48A5-D7B6-593D-3568-35518E4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D36A251-41C1-0256-8937-B62AEC0F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965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DB8760-87D5-5C91-E21B-21F7AD5E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EC2EAA8-682C-D105-3ABF-9655FBFB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F81C89-AFF3-0D7C-99B9-11B59D73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8461FC-3685-C5F1-06EC-6E15AB58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31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D815B2D-AB82-07E3-F07C-8762594C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8D8A77-89AC-AC47-ACD9-4D741C27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36E360-9A41-9A5A-1204-EA3FF42D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6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8083A-929C-2589-87BC-E52778E3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ABAF02-BD57-5860-3144-DE6E73AD9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A64AE0-1F2F-50AF-24EF-2F0B00E78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CB4BCB-91CE-98D3-F3D3-F277262C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B83618-23E4-7020-F39A-5E430FDC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78BF31-DCF1-8A47-37CC-AF02BF24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93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2A39CB-3DD8-E9CD-B74F-A42C80EF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9A487C0-2A82-8252-EC77-287A6302B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57312E-DECC-A0CB-F4BD-0791BC883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B83BFF-71C9-E3A7-5BF9-27B95B99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44B4F6-0A8A-1D82-4A13-2C89BACF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A8E868-CF03-42CA-9DA4-C406501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09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E2A47-9FB3-BE3A-E617-0C853B22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44B9F87-F6AD-1E2D-8022-0020FF518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D81CA4-2B24-3089-1A98-0887AE1B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B65F17-175C-3C0E-254D-62A2362B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D83C8-4325-A234-9629-9EB04DBE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7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BACBC4-0968-2519-CF5D-870D2B148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21B65F1-557C-09F9-ED91-0850987D7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E6D3DC-290A-260A-7439-DFBB024E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8419F9-7E71-CF6D-F1E5-2696124B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C0FCE6-02DB-0F48-EF70-DBC898EE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48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AF23A7-A503-1F48-5F03-78F7C4D59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49CD0C-65AC-A823-BE98-6A90CC99C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F68926-2A68-A1BD-2ED1-67031BA92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C472A-1A2B-2647-BB4A-36F16AB72F45}" type="datetimeFigureOut">
              <a:rPr lang="en-GB" smtClean="0"/>
              <a:t>10/05/2023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953D06-703A-3603-C8F2-D0DCD8DA5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334783-98ED-9E34-D1DC-69F26001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E212F-C2D0-AC4E-8C7F-351189FE158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545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F5773C-D830-A21F-0F0C-7FD7243E0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Ludo</a:t>
            </a:r>
            <a:br>
              <a:rPr lang="en-GB" dirty="0"/>
            </a:br>
            <a:r>
              <a:rPr lang="en-GB" dirty="0"/>
              <a:t>Data </a:t>
            </a:r>
            <a:r>
              <a:rPr lang="en-GB" dirty="0" err="1"/>
              <a:t>standarization</a:t>
            </a:r>
            <a:endParaRPr lang="en-GB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189758-7058-99C4-84B0-B19B0193D7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86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1D25CB-7160-187E-5892-963F7966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fields ?</a:t>
            </a:r>
          </a:p>
        </p:txBody>
      </p:sp>
      <p:pic>
        <p:nvPicPr>
          <p:cNvPr id="5" name="Caméra 4">
            <a:extLst>
              <a:ext uri="{FF2B5EF4-FFF2-40B4-BE49-F238E27FC236}">
                <a16:creationId xmlns:a16="http://schemas.microsoft.com/office/drawing/2014/main" id="{A8666B6B-4C51-0DE2-F91A-60AEFF8813B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pic>
        <p:nvPicPr>
          <p:cNvPr id="6" name="Caméra 5">
            <a:extLst>
              <a:ext uri="{FF2B5EF4-FFF2-40B4-BE49-F238E27FC236}">
                <a16:creationId xmlns:a16="http://schemas.microsoft.com/office/drawing/2014/main" id="{BA6172AC-C29F-2B5D-8214-9CE0D3F3764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3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D716B6-20F3-6A21-10B8-D7580A74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mapping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79B232-C4E7-A226-4B31-EFE866D26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47892" cy="4351338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6196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49A2F-ACC8-130E-E03A-E8748FF5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Dplyr</a:t>
            </a:r>
            <a:r>
              <a:rPr lang="en-GB" dirty="0"/>
              <a:t> generic syntax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BBB15A-344F-B7C1-22F2-9E0A8F598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iris |&gt; mutate(sex=</a:t>
            </a:r>
            <a:r>
              <a:rPr lang="en-GB" dirty="0" err="1"/>
              <a:t>case_when</a:t>
            </a:r>
            <a:r>
              <a:rPr lang="en-GB" dirty="0"/>
              <a:t>(Species=="</a:t>
            </a:r>
            <a:r>
              <a:rPr lang="en-GB" dirty="0" err="1"/>
              <a:t>setosa</a:t>
            </a:r>
            <a:r>
              <a:rPr lang="en-GB" dirty="0"/>
              <a:t>" ~ "</a:t>
            </a:r>
            <a:r>
              <a:rPr lang="en-GB" dirty="0" err="1"/>
              <a:t>male",Species</a:t>
            </a:r>
            <a:r>
              <a:rPr lang="en-GB" dirty="0"/>
              <a:t>=="</a:t>
            </a:r>
            <a:r>
              <a:rPr lang="en-GB" dirty="0" err="1"/>
              <a:t>virginica"~"female",.default</a:t>
            </a:r>
            <a:r>
              <a:rPr lang="en-GB" dirty="0"/>
              <a:t>=NA))</a:t>
            </a:r>
          </a:p>
        </p:txBody>
      </p:sp>
    </p:spTree>
    <p:extLst>
      <p:ext uri="{BB962C8B-B14F-4D97-AF65-F5344CB8AC3E}">
        <p14:creationId xmlns:p14="http://schemas.microsoft.com/office/powerpoint/2010/main" val="30935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C2C19-38A3-F223-13F9-2E09A563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Write a shiny box interface for a single mapping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03BD02-79A0-73BF-BAAC-35601945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GB" dirty="0"/>
              <a:t>This interface must be able to generate a mapping like this one:</a:t>
            </a:r>
          </a:p>
          <a:p>
            <a:pPr marL="457200" lvl="1" indent="0">
              <a:buNone/>
            </a:pPr>
            <a:r>
              <a:rPr lang="en-GB" dirty="0"/>
              <a:t>iris |&gt; </a:t>
            </a:r>
          </a:p>
          <a:p>
            <a:pPr marL="457200" lvl="1" indent="0">
              <a:buNone/>
            </a:pPr>
            <a:r>
              <a:rPr lang="en-GB" dirty="0"/>
              <a:t>	mutate(experiment = </a:t>
            </a:r>
            <a:r>
              <a:rPr lang="en-GB" dirty="0" err="1"/>
              <a:t>case_when</a:t>
            </a:r>
            <a:r>
              <a:rPr lang="en-GB" dirty="0"/>
              <a:t>(</a:t>
            </a:r>
          </a:p>
          <a:p>
            <a:pPr marL="457200" lvl="1" indent="0">
              <a:buNone/>
            </a:pPr>
            <a:r>
              <a:rPr lang="en-GB" dirty="0"/>
              <a:t>		</a:t>
            </a:r>
            <a:r>
              <a:rPr lang="en-GB" dirty="0" err="1"/>
              <a:t>Sepal.Length</a:t>
            </a:r>
            <a:r>
              <a:rPr lang="en-GB" dirty="0"/>
              <a:t>&lt;6 ~ "a",</a:t>
            </a:r>
          </a:p>
          <a:p>
            <a:pPr marL="457200" lvl="1" indent="0">
              <a:buNone/>
            </a:pPr>
            <a:r>
              <a:rPr lang="en-GB" dirty="0"/>
              <a:t>		Species %in% "virginica" ~ Species,</a:t>
            </a:r>
          </a:p>
          <a:p>
            <a:pPr marL="457200" lvl="1" indent="0">
              <a:buNone/>
            </a:pPr>
            <a:r>
              <a:rPr lang="en-GB" dirty="0"/>
              <a:t>		TRUE ~ NA</a:t>
            </a:r>
          </a:p>
          <a:p>
            <a:pPr marL="457200" lvl="1" indent="0">
              <a:buNone/>
            </a:pPr>
            <a:r>
              <a:rPr lang="en-GB" dirty="0"/>
              <a:t>	))</a:t>
            </a:r>
          </a:p>
          <a:p>
            <a:pPr lvl="1"/>
            <a:r>
              <a:rPr lang="en-GB" dirty="0"/>
              <a:t>Function able to </a:t>
            </a:r>
            <a:r>
              <a:rPr lang="en-GB" dirty="0" err="1"/>
              <a:t>renderField</a:t>
            </a:r>
            <a:r>
              <a:rPr lang="en-GB" dirty="0"/>
              <a:t>(</a:t>
            </a:r>
            <a:r>
              <a:rPr lang="en-GB" dirty="0" err="1"/>
              <a:t>target_column,possible_value</a:t>
            </a:r>
            <a:r>
              <a:rPr lang="en-GB" err="1"/>
              <a:t>,</a:t>
            </a:r>
            <a:r>
              <a:rPr lang="en-GB"/>
              <a:t>required)</a:t>
            </a:r>
            <a:endParaRPr lang="en-GB" dirty="0"/>
          </a:p>
          <a:p>
            <a:pPr marL="1428750" lvl="2" indent="-514350">
              <a:buFont typeface="+mj-lt"/>
              <a:buAutoNum type="arabicPeriod"/>
            </a:pPr>
            <a:r>
              <a:rPr lang="en-GB" dirty="0"/>
              <a:t>Enter default value = NA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GB" dirty="0"/>
              <a:t>+ button to add 1-n mapping value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GB" dirty="0"/>
              <a:t>Choose predicate type (2 choices): either %in% or formula, default = %in%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GB" dirty="0"/>
              <a:t>If %in%</a:t>
            </a:r>
          </a:p>
          <a:p>
            <a:pPr marL="1885950" lvl="3" indent="-514350">
              <a:buFont typeface="+mj-lt"/>
              <a:buAutoNum type="arabicPeriod"/>
            </a:pPr>
            <a:r>
              <a:rPr lang="en-GB" dirty="0"/>
              <a:t>If formula </a:t>
            </a:r>
          </a:p>
          <a:p>
            <a:pPr marL="2343150" lvl="4" indent="-514350">
              <a:buFont typeface="+mj-lt"/>
              <a:buAutoNum type="arabicPeriod"/>
            </a:pPr>
            <a:r>
              <a:rPr lang="en-GB" dirty="0"/>
              <a:t>A text box to enter a predicate “</a:t>
            </a:r>
            <a:r>
              <a:rPr lang="en-GB" dirty="0" err="1"/>
              <a:t>Sepal.Length</a:t>
            </a:r>
            <a:r>
              <a:rPr lang="en-GB" dirty="0"/>
              <a:t>&lt;6”</a:t>
            </a:r>
          </a:p>
          <a:p>
            <a:pPr marL="2343150" lvl="4" indent="-514350">
              <a:buFont typeface="+mj-lt"/>
              <a:buAutoNum type="arabicPeriod"/>
            </a:pPr>
            <a:r>
              <a:rPr lang="en-GB" dirty="0"/>
              <a:t>A text box </a:t>
            </a:r>
          </a:p>
        </p:txBody>
      </p:sp>
    </p:spTree>
    <p:extLst>
      <p:ext uri="{BB962C8B-B14F-4D97-AF65-F5344CB8AC3E}">
        <p14:creationId xmlns:p14="http://schemas.microsoft.com/office/powerpoint/2010/main" val="3930894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5A11E-B40A-C592-F7ED-BE37865C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13CC43-D7D5-376A-3628-813B7A3CE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“experiment” column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 err="1"/>
              <a:t>default.value</a:t>
            </a:r>
            <a:r>
              <a:rPr lang="en-GB" dirty="0"/>
              <a:t> = NA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Add (1-n) </a:t>
            </a:r>
            <a:r>
              <a:rPr lang="en-GB" dirty="0" err="1"/>
              <a:t>case_when</a:t>
            </a:r>
            <a:r>
              <a:rPr lang="en-GB" dirty="0"/>
              <a:t> mapping</a:t>
            </a:r>
          </a:p>
          <a:p>
            <a:pPr marL="1428750" lvl="2" indent="-514350">
              <a:buFont typeface="+mj-lt"/>
              <a:buAutoNum type="arabicPeriod"/>
            </a:pPr>
            <a:endParaRPr lang="en-GB" dirty="0"/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Is there a column with If no column, select set a value to all</a:t>
            </a:r>
          </a:p>
        </p:txBody>
      </p:sp>
    </p:spTree>
    <p:extLst>
      <p:ext uri="{BB962C8B-B14F-4D97-AF65-F5344CB8AC3E}">
        <p14:creationId xmlns:p14="http://schemas.microsoft.com/office/powerpoint/2010/main" val="47220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E873CA-76AC-303A-F531-6A102350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Spatial Allen data </a:t>
            </a:r>
            <a:br>
              <a:rPr lang="en-GB" dirty="0"/>
            </a:br>
            <a:r>
              <a:rPr lang="en-GB" dirty="0"/>
              <a:t>Image registration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832538-5B15-ECCA-4FB2-886FA2317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ABA: </a:t>
            </a:r>
            <a:r>
              <a:rPr lang="en-GB" dirty="0" err="1"/>
              <a:t>fiji</a:t>
            </a:r>
            <a:r>
              <a:rPr lang="en-GB" dirty="0"/>
              <a:t> plugin</a:t>
            </a:r>
          </a:p>
          <a:p>
            <a:r>
              <a:rPr lang="en-GB" dirty="0" err="1"/>
              <a:t>BrainGlobe</a:t>
            </a:r>
            <a:endParaRPr lang="en-GB" dirty="0"/>
          </a:p>
          <a:p>
            <a:pPr lvl="1"/>
            <a:r>
              <a:rPr lang="en-GB" dirty="0" err="1"/>
              <a:t>Brainreg</a:t>
            </a:r>
            <a:endParaRPr lang="en-GB" dirty="0"/>
          </a:p>
          <a:p>
            <a:r>
              <a:rPr lang="en-GB" dirty="0" err="1"/>
              <a:t>Napari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4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D3ACA3-3AD0-27EC-3A32-BA6A52DF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88B0EF-3B39-5D19-5A3C-F7A92092D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0993A9-04F7-F750-3A53-DEBDED585B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 err="1"/>
              <a:t>ABAData</a:t>
            </a:r>
            <a:r>
              <a:rPr lang="en-GB" dirty="0"/>
              <a:t> package</a:t>
            </a:r>
          </a:p>
          <a:p>
            <a:pPr lvl="1"/>
            <a:r>
              <a:rPr lang="en-GB" dirty="0"/>
              <a:t>Mouse 10x</a:t>
            </a:r>
          </a:p>
          <a:p>
            <a:pPr lvl="1"/>
            <a:r>
              <a:rPr lang="en-GB" dirty="0"/>
              <a:t>Mouse SSv4</a:t>
            </a:r>
          </a:p>
          <a:p>
            <a:pPr lvl="1"/>
            <a:r>
              <a:rPr lang="en-GB" dirty="0"/>
              <a:t>Human 10x</a:t>
            </a:r>
          </a:p>
          <a:p>
            <a:pPr lvl="1"/>
            <a:r>
              <a:rPr lang="en-GB" dirty="0"/>
              <a:t>Human SSv4</a:t>
            </a:r>
          </a:p>
          <a:p>
            <a:r>
              <a:rPr lang="en-GB" dirty="0"/>
              <a:t>SCML package</a:t>
            </a:r>
          </a:p>
          <a:p>
            <a:pPr lvl="1"/>
            <a:r>
              <a:rPr lang="en-GB" dirty="0"/>
              <a:t>Train &amp; Predict with </a:t>
            </a:r>
            <a:r>
              <a:rPr lang="en-GB" dirty="0" err="1"/>
              <a:t>DelayedArray</a:t>
            </a:r>
            <a:endParaRPr lang="en-GB" dirty="0"/>
          </a:p>
          <a:p>
            <a:pPr lvl="1"/>
            <a:r>
              <a:rPr lang="en-GB" dirty="0"/>
              <a:t>Ordinal regression</a:t>
            </a:r>
          </a:p>
          <a:p>
            <a:pPr lvl="1"/>
            <a:r>
              <a:rPr lang="en-GB" dirty="0"/>
              <a:t>Classification</a:t>
            </a:r>
          </a:p>
          <a:p>
            <a:r>
              <a:rPr lang="en-GB" dirty="0"/>
              <a:t>Standardization Shiny App</a:t>
            </a:r>
          </a:p>
          <a:p>
            <a:pPr lvl="1"/>
            <a:r>
              <a:rPr lang="en-GB" dirty="0"/>
              <a:t>Notebook showing example of GEO data loading TSV</a:t>
            </a:r>
          </a:p>
          <a:p>
            <a:pPr lvl="1"/>
            <a:r>
              <a:rPr lang="en-GB" dirty="0"/>
              <a:t>Allow to set </a:t>
            </a:r>
            <a:r>
              <a:rPr lang="en-GB" dirty="0" err="1"/>
              <a:t>rownames</a:t>
            </a:r>
            <a:endParaRPr lang="en-GB" dirty="0"/>
          </a:p>
          <a:p>
            <a:r>
              <a:rPr lang="en-GB" dirty="0"/>
              <a:t>Reorganize Repository</a:t>
            </a:r>
          </a:p>
          <a:p>
            <a:pPr lvl="1"/>
            <a:r>
              <a:rPr lang="en-GB" dirty="0"/>
              <a:t>Notebooks</a:t>
            </a:r>
          </a:p>
          <a:p>
            <a:pPr lvl="2"/>
            <a:r>
              <a:rPr lang="en-GB" dirty="0" err="1"/>
              <a:t>Cocoframer</a:t>
            </a:r>
            <a:endParaRPr lang="en-GB" dirty="0"/>
          </a:p>
          <a:p>
            <a:pPr lvl="2"/>
            <a:r>
              <a:rPr lang="en-GB" dirty="0"/>
              <a:t>QC</a:t>
            </a:r>
          </a:p>
          <a:p>
            <a:pPr lvl="2"/>
            <a:r>
              <a:rPr lang="en-GB" dirty="0"/>
              <a:t>Scran </a:t>
            </a:r>
            <a:r>
              <a:rPr lang="en-GB" dirty="0" err="1"/>
              <a:t>FindMarkers</a:t>
            </a:r>
            <a:endParaRPr lang="en-GB" dirty="0"/>
          </a:p>
          <a:p>
            <a:pPr lvl="1"/>
            <a:r>
              <a:rPr lang="en-GB" dirty="0"/>
              <a:t>Container</a:t>
            </a:r>
          </a:p>
          <a:p>
            <a:pPr lvl="1"/>
            <a:endParaRPr lang="en-GB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60E308-BBCC-9393-3C9B-79750C461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 err="1"/>
              <a:t>En</a:t>
            </a:r>
            <a:r>
              <a:rPr lang="en-GB" dirty="0"/>
              <a:t>+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A45C10-B773-EBC9-0ABD-AA6BD5B8B35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32846233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0ECBD0-C68C-3A48-9C71-6370E81B7AEE}">
  <we:reference id="e849ddb8-6bbd-4833-bd4b-59030099d63e" version="1.0.0.0" store="EXCatalog" storeType="EXCatalog"/>
  <we:alternateReferences>
    <we:reference id="WA200000113" version="1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264</Words>
  <Application>Microsoft Macintosh PowerPoint</Application>
  <PresentationFormat>Grand écran</PresentationFormat>
  <Paragraphs>52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Ludo Data standarization</vt:lpstr>
      <vt:lpstr>What fields ?</vt:lpstr>
      <vt:lpstr>Multiple mapping</vt:lpstr>
      <vt:lpstr>Dplyr generic syntax</vt:lpstr>
      <vt:lpstr>Write a shiny box interface for a single mapping</vt:lpstr>
      <vt:lpstr>Présentation PowerPoint</vt:lpstr>
      <vt:lpstr>Spatial Allen data  Image registration</vt:lpstr>
      <vt:lpstr>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Ludo Data standarization</dc:title>
  <dc:creator>Julien Prados</dc:creator>
  <cp:lastModifiedBy>Julien Prados</cp:lastModifiedBy>
  <cp:revision>1</cp:revision>
  <dcterms:created xsi:type="dcterms:W3CDTF">2023-05-08T14:15:49Z</dcterms:created>
  <dcterms:modified xsi:type="dcterms:W3CDTF">2023-05-10T15:50:02Z</dcterms:modified>
</cp:coreProperties>
</file>